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501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73A63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754880"/>
            <a:ext cx="4572000" cy="4572000"/>
          </a:xfrm>
          <a:prstGeom prst="ellipse">
            <a:avLst/>
          </a:prstGeom>
          <a:solidFill>
            <a:srgbClr val="173A63"/>
          </a:solidFill>
          <a:ln/>
        </p:spPr>
      </p:sp>
      <p:pic>
        <p:nvPicPr>
          <p:cNvPr id="4" name="Image 0" descr="assets/icon_databas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85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685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DATA ANALYTICS  ·  HR INTELLIGENCE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Employee Management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System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project analyzing workforce, payroll, and HR data using SQL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5074920"/>
            <a:ext cx="1280160" cy="0"/>
          </a:xfrm>
          <a:prstGeom prst="line">
            <a:avLst/>
          </a:prstGeom>
          <a:noFill/>
          <a:ln w="38100">
            <a:solidFill>
              <a:srgbClr val="0F9E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on SQL  |  Team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About Me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331208" y="1691640"/>
            <a:ext cx="3529584" cy="4480560"/>
          </a:xfrm>
          <a:prstGeom prst="roundRect">
            <a:avLst>
              <a:gd name="adj" fmla="val 2332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  <a:effectLst>
            <a:outerShdw blurRad="101600" dist="38100" dir="5400000" algn="bl" rotWithShape="0">
              <a:srgbClr val="1B273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3816" y="1984248"/>
            <a:ext cx="594360" cy="59436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623816" y="19842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37048" y="1965960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G. Sanjana Priya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37048" y="2295144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github.com/sanjanapriya21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23816" y="2834640"/>
            <a:ext cx="2944368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kern="0" spc="1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
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 Electronics and Communication Engineering
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b="1" kern="0" spc="1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SCIENCE
</a:t>
            </a: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to learn data science because turning raw data into actionable insights creates real business value.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4F5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past year, payroll expenses rose significantly without a matching improvement in workforce efficiency. At the same time, HR noticed increasing leave requests and inconsistent compensation across departments.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RAISED SEVERAL CONCERNS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355848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310128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are driving the highest workforce costs?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3355848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355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3310128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employees with higher qualifications compensated fairly?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43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2976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frequent leave patterns an early indicator of burnout?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4343400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4343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29400" y="429768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salary and bonus allocations consistent across similar roles?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30952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30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52852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are cost-efficient, and which need attention?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5330952"/>
            <a:ext cx="292608" cy="292608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5330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5285232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employees should HR prioritize for retention or promotion?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5029200" cy="5029200"/>
          </a:xfrm>
          <a:prstGeom prst="ellipse">
            <a:avLst/>
          </a:prstGeom>
          <a:solidFill>
            <a:srgbClr val="173A6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9E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7315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7772400" cy="0"/>
          </a:xfrm>
          <a:prstGeom prst="line">
            <a:avLst/>
          </a:prstGeom>
          <a:noFill/>
          <a:ln w="12700">
            <a:solidFill>
              <a:srgbClr val="2C50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42032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9E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542032"/>
            <a:ext cx="7315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of the Project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7772400" cy="0"/>
          </a:xfrm>
          <a:prstGeom prst="line">
            <a:avLst/>
          </a:prstGeom>
          <a:noFill/>
          <a:ln w="12700">
            <a:solidFill>
              <a:srgbClr val="2C50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55264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9E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54480" y="3255264"/>
            <a:ext cx="7315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7772400" cy="0"/>
          </a:xfrm>
          <a:prstGeom prst="line">
            <a:avLst/>
          </a:prstGeom>
          <a:noFill/>
          <a:ln w="12700">
            <a:solidFill>
              <a:srgbClr val="2C50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68496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9E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3968496"/>
            <a:ext cx="7315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Questions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590288"/>
            <a:ext cx="7772400" cy="0"/>
          </a:xfrm>
          <a:prstGeom prst="line">
            <a:avLst/>
          </a:prstGeom>
          <a:noFill/>
          <a:ln w="12700">
            <a:solidFill>
              <a:srgbClr val="2C50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81728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9E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4681728"/>
            <a:ext cx="7315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303520"/>
            <a:ext cx="7772400" cy="0"/>
          </a:xfrm>
          <a:prstGeom prst="line">
            <a:avLst/>
          </a:prstGeom>
          <a:noFill/>
          <a:ln w="12700">
            <a:solidFill>
              <a:srgbClr val="2C50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94960"/>
            <a:ext cx="822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9E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5394960"/>
            <a:ext cx="7315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/ Challenges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Management System is a relational database designed to manage employee information digitally. Instead of maintaining records manually, the system stores all organizational data in a centralised SQL database that manages: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64240" cy="39319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ENTITY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INFORMATION STORED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Employee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Employee ID, Name, Gender, Contact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Department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Department Name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Job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Job Role, Salary Range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Salary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Salary Amount, Bonus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Qualification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Employee Education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Leaves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Leave Details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Payroll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Salary Payment Details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Objective of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93392"/>
            <a:ext cx="502920" cy="502920"/>
          </a:xfrm>
          <a:prstGeom prst="ellipse">
            <a:avLst/>
          </a:prstGeom>
          <a:solidFill>
            <a:srgbClr val="0F9E93"/>
          </a:solidFill>
          <a:ln/>
        </p:spPr>
      </p:sp>
      <p:pic>
        <p:nvPicPr>
          <p:cNvPr id="6" name="Image 0" descr="assets/icon_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11226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568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Generate insights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employee data using SQL to generate meaningful HR and business insights.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3952" y="1993392"/>
            <a:ext cx="502920" cy="502920"/>
          </a:xfrm>
          <a:prstGeom prst="ellipse">
            <a:avLst/>
          </a:prstGeom>
          <a:solidFill>
            <a:srgbClr val="0F9E93"/>
          </a:solidFill>
          <a:ln/>
        </p:spPr>
      </p:sp>
      <p:pic>
        <p:nvPicPr>
          <p:cNvPr id="11" name="Image 1" descr="assets/icon_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11226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568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Centralised management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73952" y="2560320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employee, department, salary, payroll, qualification, and leave records through one database.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233672"/>
            <a:ext cx="502920" cy="502920"/>
          </a:xfrm>
          <a:prstGeom prst="ellipse">
            <a:avLst/>
          </a:prstGeom>
          <a:solidFill>
            <a:srgbClr val="0F9E93"/>
          </a:solidFill>
          <a:ln/>
        </p:spPr>
      </p:sp>
      <p:pic>
        <p:nvPicPr>
          <p:cNvPr id="16" name="Image 2" descr="assets/icon_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35254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1970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integrity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4800600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redundancy using database normalization, Primary Keys, and Foreign Keys.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73952" y="4233672"/>
            <a:ext cx="502920" cy="502920"/>
          </a:xfrm>
          <a:prstGeom prst="ellipse">
            <a:avLst/>
          </a:prstGeom>
          <a:solidFill>
            <a:srgbClr val="0F9E93"/>
          </a:solidFill>
          <a:ln/>
        </p:spPr>
      </p:sp>
      <p:pic>
        <p:nvPicPr>
          <p:cNvPr id="21" name="Image 3" descr="assets/icon_tre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352544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1970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Support decisions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73952" y="4800600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HR decision-making by answering real-world queries and generating accurate SQL reports.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Entity-Relationship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114845" y="1600200"/>
            <a:ext cx="5962004" cy="5257800"/>
          </a:xfrm>
          <a:prstGeom prst="roundRect">
            <a:avLst>
              <a:gd name="adj" fmla="val 104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127000" dist="38100" dir="5400000" algn="bl" rotWithShape="0">
              <a:srgbClr val="1B2733">
                <a:alpha val="15000"/>
              </a:srgbClr>
            </a:outerShdw>
          </a:effectLst>
        </p:spPr>
      </p:sp>
      <p:pic>
        <p:nvPicPr>
          <p:cNvPr id="5" name="Image 0" descr="assets/er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725" y="1783080"/>
            <a:ext cx="5596244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01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58368"/>
            <a:ext cx="10607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departments are consuming the highest payroll budget, and are those costs justified by workforce size?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688362" y="1728216"/>
            <a:ext cx="6784796" cy="2267643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6" name="Image 0" descr="assets/s8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26" y="1783080"/>
            <a:ext cx="6675068" cy="21579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688362" y="4142163"/>
            <a:ext cx="6784796" cy="2404941"/>
          </a:xfrm>
          <a:prstGeom prst="roundRect">
            <a:avLst>
              <a:gd name="adj" fmla="val 152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8" name="Image 1" descr="assets/s8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26" y="4197027"/>
            <a:ext cx="6675068" cy="22952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02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58368"/>
            <a:ext cx="10607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Are employee qualifications aligned with their current job roles and salary levels?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3654123" y="1728216"/>
            <a:ext cx="4853274" cy="2365321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6" name="Image 0" descr="assets/s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987" y="1783080"/>
            <a:ext cx="4743546" cy="225559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4123" y="4239841"/>
            <a:ext cx="4853274" cy="2307263"/>
          </a:xfrm>
          <a:prstGeom prst="roundRect">
            <a:avLst>
              <a:gd name="adj" fmla="val 1585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8" name="Image 1" descr="assets/s9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987" y="4294705"/>
            <a:ext cx="4743546" cy="21975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03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58368"/>
            <a:ext cx="10607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employees may be overcompensated or undercompensated compared to others performing similar roles?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135256" y="1728216"/>
            <a:ext cx="3891008" cy="672743"/>
          </a:xfrm>
          <a:prstGeom prst="roundRect">
            <a:avLst>
              <a:gd name="adj" fmla="val 543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6" name="Image 0" descr="assets/s10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0120" y="1783080"/>
            <a:ext cx="3781280" cy="56301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35256" y="2547263"/>
            <a:ext cx="3891008" cy="1965076"/>
          </a:xfrm>
          <a:prstGeom prst="roundRect">
            <a:avLst>
              <a:gd name="adj" fmla="val 186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8" name="Image 1" descr="assets/s10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120" y="2602127"/>
            <a:ext cx="3781280" cy="18553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135256" y="4658643"/>
            <a:ext cx="3891008" cy="1888461"/>
          </a:xfrm>
          <a:prstGeom prst="roundRect">
            <a:avLst>
              <a:gd name="adj" fmla="val 1937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0" name="Image 2" descr="assets/s10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0120" y="4713507"/>
            <a:ext cx="3781280" cy="17787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04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58368"/>
            <a:ext cx="10607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departments deliver the highest workforce efficiency while maintaining lower payroll costs?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3603584" y="1728216"/>
            <a:ext cx="4954351" cy="1618956"/>
          </a:xfrm>
          <a:prstGeom prst="roundRect">
            <a:avLst>
              <a:gd name="adj" fmla="val 225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6" name="Image 0" descr="assets/s11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448" y="1783080"/>
            <a:ext cx="4844623" cy="15092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03584" y="3493476"/>
            <a:ext cx="4954351" cy="1511819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8" name="Image 1" descr="assets/s11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8448" y="3548340"/>
            <a:ext cx="4844623" cy="1402091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03584" y="5151599"/>
            <a:ext cx="4954351" cy="1395505"/>
          </a:xfrm>
          <a:prstGeom prst="roundRect">
            <a:avLst>
              <a:gd name="adj" fmla="val 262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0" name="Image 2" descr="assets/s11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8448" y="5206463"/>
            <a:ext cx="4844623" cy="128577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05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58368"/>
            <a:ext cx="106070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employees should HR prioritize for promotion, salary review, or retention based on qualifications, payroll, and attendance?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4638075" y="1728216"/>
            <a:ext cx="2885369" cy="1004667"/>
          </a:xfrm>
          <a:prstGeom prst="roundRect">
            <a:avLst>
              <a:gd name="adj" fmla="val 3641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6" name="Image 0" descr="assets/s1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939" y="1783080"/>
            <a:ext cx="2775641" cy="894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38075" y="2879187"/>
            <a:ext cx="2885369" cy="1174668"/>
          </a:xfrm>
          <a:prstGeom prst="roundRect">
            <a:avLst>
              <a:gd name="adj" fmla="val 311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8" name="Image 1" descr="assets/s12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939" y="2934051"/>
            <a:ext cx="2775641" cy="10649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638075" y="4200159"/>
            <a:ext cx="2885369" cy="941170"/>
          </a:xfrm>
          <a:prstGeom prst="roundRect">
            <a:avLst>
              <a:gd name="adj" fmla="val 3886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0" name="Image 2" descr="assets/s12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939" y="4255023"/>
            <a:ext cx="2775641" cy="83144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38075" y="5287633"/>
            <a:ext cx="2885369" cy="1259471"/>
          </a:xfrm>
          <a:prstGeom prst="roundRect">
            <a:avLst>
              <a:gd name="adj" fmla="val 2904"/>
            </a:avLst>
          </a:prstGeom>
          <a:solidFill>
            <a:srgbClr val="FFFFFF"/>
          </a:solidFill>
          <a:ln w="12700">
            <a:solidFill>
              <a:srgbClr val="E1E8ED"/>
            </a:solidFill>
            <a:prstDash val="solid"/>
          </a:ln>
          <a:effectLst>
            <a:outerShdw blurRad="76200" dist="25400" dir="5400000" algn="bl" rotWithShape="0">
              <a:srgbClr val="1B2733">
                <a:alpha val="10000"/>
              </a:srgbClr>
            </a:outerShdw>
          </a:effectLst>
        </p:spPr>
      </p:sp>
      <p:pic>
        <p:nvPicPr>
          <p:cNvPr id="12" name="Image 3" descr="assets/s12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2939" y="5342497"/>
            <a:ext cx="2775641" cy="11497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5" name="Image 0" descr="assets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745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801368"/>
            <a:ext cx="4572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Employee Management System using SQL.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0" y="1691640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8" name="Image 1" descr="assets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87452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39712" y="1801368"/>
            <a:ext cx="4572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real-world HR business problems by generating actionable insights for workforce planning and compensation analysis.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17296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11" name="Image 2" descr="assets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5584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3282696"/>
            <a:ext cx="4572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JOINs, GROUP BY, aggregate functions, views, stored procedures, and triggers to support business decision-making.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217920" y="3172968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14" name="Image 3" descr="assets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355848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39712" y="3282696"/>
            <a:ext cx="4572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skills in database design, data analysis, and business problem-solving through a real-world case study.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4654296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17" name="Image 4" descr="assets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837176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0432" y="4764024"/>
            <a:ext cx="4572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how SQL can transform raw HR data into insights that help organizations optimize workforce and payroll management.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6217920" y="4654296"/>
            <a:ext cx="5394960" cy="1298448"/>
          </a:xfrm>
          <a:prstGeom prst="roundRect">
            <a:avLst>
              <a:gd name="adj" fmla="val 4930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pic>
        <p:nvPicPr>
          <p:cNvPr id="20" name="Image 5" descr="assets/icon_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4837176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839712" y="4764024"/>
            <a:ext cx="45720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practical knowledge of using SQL for data-driven business decisions rather than just data storage.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Experience &amp;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9339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6" name="Image 0" descr="assets/icon_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11226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568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Hands-on database design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560320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hands-on experience designing a relational database and building an SQL-based HR Intelligence System.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73952" y="199339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1" name="Image 1" descr="assets/icon_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2112264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5681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Advanced SQL applied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73952" y="2560320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JOINs, aggregate functions, views, stored procedures, and triggers to solve business problems.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4672" y="423367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16" name="Image 2" descr="assets/icon_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352544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1970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Relationship challenges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" y="4800600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 challenges designing relationships between multiple tables and converting HR requirements into efficient queries.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5F8FA"/>
          </a:solidFill>
          <a:ln w="12700">
            <a:solidFill>
              <a:srgbClr val="E1E8E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73952" y="4233672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21" name="Image 3" descr="assets/icon_tren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824" y="4352544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19709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Analytical growth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73952" y="4800600"/>
            <a:ext cx="48828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analytical thinking by transforming raw employee data into actionable insights for HR decision-making.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73A6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173A63"/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1371600"/>
            <a:ext cx="1828800" cy="1828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assets/icon_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128" y="178308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425196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9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 System  ·  SQL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778</Words>
  <Application>Microsoft Office PowerPoint</Application>
  <PresentationFormat>Widescreen</PresentationFormat>
  <Paragraphs>156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gundojusanjanapriya@gmail.com</cp:lastModifiedBy>
  <cp:revision>1</cp:revision>
  <dcterms:created xsi:type="dcterms:W3CDTF">2026-08-21T09:40:08Z</dcterms:created>
  <dcterms:modified xsi:type="dcterms:W3CDTF">2026-08-21T09:49:06Z</dcterms:modified>
</cp:coreProperties>
</file>